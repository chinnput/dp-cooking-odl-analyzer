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awat Puttasanguanporn" userId="b377813c-202c-4acb-8d62-dd179620cbf0" providerId="ADAL" clId="{E28B47EC-F4FF-4D88-8E1E-5BDDA7C36176}"/>
    <pc:docChg chg="custSel addSld modSld">
      <pc:chgData name="Chinnawat Puttasanguanporn" userId="b377813c-202c-4acb-8d62-dd179620cbf0" providerId="ADAL" clId="{E28B47EC-F4FF-4D88-8E1E-5BDDA7C36176}" dt="2026-09-18T07:06:11.818" v="10" actId="1076"/>
      <pc:docMkLst>
        <pc:docMk/>
      </pc:docMkLst>
      <pc:sldChg chg="addSp delSp modSp add">
        <pc:chgData name="Chinnawat Puttasanguanporn" userId="b377813c-202c-4acb-8d62-dd179620cbf0" providerId="ADAL" clId="{E28B47EC-F4FF-4D88-8E1E-5BDDA7C36176}" dt="2026-09-18T07:06:11.818" v="10" actId="1076"/>
        <pc:sldMkLst>
          <pc:docMk/>
          <pc:sldMk cId="2049470177" sldId="258"/>
        </pc:sldMkLst>
        <pc:spChg chg="del">
          <ac:chgData name="Chinnawat Puttasanguanporn" userId="b377813c-202c-4acb-8d62-dd179620cbf0" providerId="ADAL" clId="{E28B47EC-F4FF-4D88-8E1E-5BDDA7C36176}" dt="2026-09-18T06:52:10.811" v="1" actId="478"/>
          <ac:spMkLst>
            <pc:docMk/>
            <pc:sldMk cId="2049470177" sldId="258"/>
            <ac:spMk id="2" creationId="{4491CE5F-760E-469E-80C1-91B6EF657213}"/>
          </ac:spMkLst>
        </pc:spChg>
        <pc:spChg chg="del">
          <ac:chgData name="Chinnawat Puttasanguanporn" userId="b377813c-202c-4acb-8d62-dd179620cbf0" providerId="ADAL" clId="{E28B47EC-F4FF-4D88-8E1E-5BDDA7C36176}" dt="2026-09-18T06:52:10.811" v="1" actId="478"/>
          <ac:spMkLst>
            <pc:docMk/>
            <pc:sldMk cId="2049470177" sldId="258"/>
            <ac:spMk id="3" creationId="{50AB4F4C-354D-4F4C-99F2-912BCF755709}"/>
          </ac:spMkLst>
        </pc:spChg>
        <pc:spChg chg="add mod">
          <ac:chgData name="Chinnawat Puttasanguanporn" userId="b377813c-202c-4acb-8d62-dd179620cbf0" providerId="ADAL" clId="{E28B47EC-F4FF-4D88-8E1E-5BDDA7C36176}" dt="2026-09-18T07:01:58.703" v="7" actId="1076"/>
          <ac:spMkLst>
            <pc:docMk/>
            <pc:sldMk cId="2049470177" sldId="258"/>
            <ac:spMk id="5" creationId="{4EF4396B-D6FB-4EC8-9D1D-868E5FB60A76}"/>
          </ac:spMkLst>
        </pc:spChg>
        <pc:spChg chg="add mod">
          <ac:chgData name="Chinnawat Puttasanguanporn" userId="b377813c-202c-4acb-8d62-dd179620cbf0" providerId="ADAL" clId="{E28B47EC-F4FF-4D88-8E1E-5BDDA7C36176}" dt="2026-09-18T07:06:11.818" v="10" actId="1076"/>
          <ac:spMkLst>
            <pc:docMk/>
            <pc:sldMk cId="2049470177" sldId="258"/>
            <ac:spMk id="6" creationId="{004BF4CC-821D-4727-844C-0D536354080A}"/>
          </ac:spMkLst>
        </pc:spChg>
        <pc:picChg chg="add mod">
          <ac:chgData name="Chinnawat Puttasanguanporn" userId="b377813c-202c-4acb-8d62-dd179620cbf0" providerId="ADAL" clId="{E28B47EC-F4FF-4D88-8E1E-5BDDA7C36176}" dt="2026-09-18T06:52:12.903" v="3" actId="1076"/>
          <ac:picMkLst>
            <pc:docMk/>
            <pc:sldMk cId="2049470177" sldId="258"/>
            <ac:picMk id="4" creationId="{7270FA6D-B820-421D-93E1-F85180E5FC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BC2F-3071-6270-95CF-6D86BB7BC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6ECADF-DB7C-1989-6123-14475B75A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226D1-D4BC-ABC7-66BC-4AF780B8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3B42D-C089-C688-2484-8914DBAF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B4811-7FAE-0478-7A09-EDEDE2F5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7107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8D7B-4E44-F5DC-9FAF-77F89066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4FCF-0453-7C10-BFC6-C501829F8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0FC55-18DF-5DD3-4584-00E8B6B1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B4FB2-83C5-ADC3-4531-02004B2A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42402-A331-6D56-5A8E-1197FE0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8361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1E647-5D0F-19AB-1306-2AE15A88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C6E44-F00E-112F-5C37-95BF33AF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ECBA5-496F-AE2D-1A67-C690050B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E50E7-672D-CB8F-1B85-2160B7F9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8A6C-5747-FC78-A69A-55B5A705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865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5F16-2EBD-C55E-7681-7876CD4B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0A220-2CF2-D331-28B6-5666ACFB3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AC7C6-A3C6-9344-17AC-26A3FAC44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E701C-1EAF-7B91-3B9D-B82FA928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CDB84-23D4-0381-658E-3D67055F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22F84-B0A8-8811-7728-A7B63794D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9370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2FDA-6550-94A4-7F52-42BA68D9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AFEA-47DD-BA79-C62F-923124820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D76C7-97AC-9059-DF55-36A49B7FF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84B1C8-1D7E-7AD6-2DCE-5D9B06BDB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710EF-56EE-4626-9330-263D6B726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193CC-62FD-C3E9-E50A-49F1D22A3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B908E-8CDF-F45A-2275-1D5D68B1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7B015-225F-3FAE-CBE8-72A6CFD89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652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FB39-6F20-F6E5-960A-8C92B23DE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D9EE8-B80B-83D2-9F31-C7342BA06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5F9F6-363B-CCAC-BE95-C28682D91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A03F6-9372-27F6-89EE-F5FF3C82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1477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A3374D-9133-DE73-6716-0FF6AA6E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C58F0-98E1-96F4-EC5E-E4CF9AF5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D805F-0AAA-464A-2F03-6D72C6C3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77381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BF26-86A3-D0E1-DE3F-0FFB219B4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8BBF-6D3E-65F7-3352-363686AC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002AB-61D4-9012-3E77-E00D0D27B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A9704-0050-F322-C923-1CE533D9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76E4D-0320-CB90-C655-60C64B07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CC5E4-2852-378B-D38F-53DB133A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350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2E74-D5D0-BDAF-1079-1FDBE0822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0052B-1FCF-ECC2-8037-4664C7B27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708F-6B49-A1F6-3644-01C77096E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5C393-D986-17E7-6AD6-E1E12799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2B827-C749-22A0-D0C3-48EDA837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6EBEE-7349-6AEC-D499-9CCD09A9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2063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7FF74-70A9-FBA4-83A0-74F44C0B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E31A5-C28B-7BFB-33D2-10F7BCC6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3AC1-BBA7-D8AB-24EC-ECD39D50E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A30AE-F194-C5BF-E30B-6780410A9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35448-49EE-78F9-B88F-BC541EE2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9489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53229-D5A1-7533-CF43-F004920539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B8780-0307-44A7-E973-87BCAA1FD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8AC11-3A6D-CBE0-9F08-DBCEE139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F34F3-C36D-C418-1656-91FCC2E28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B0482-32D1-CF7D-8625-5859EC53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6938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DEDAB-7578-2B6D-75BE-9C4D1DAB2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E125A-27A1-6EDC-25B3-2D9092BFF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7912E-0E49-09B9-6D5E-24529FC5E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CB210-6F43-4564-A26A-6BC17EC80F39}" type="datetimeFigureOut">
              <a:rPr lang="th-TH" smtClean="0"/>
              <a:t>18/09/69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36DD2-DA38-57BC-DC09-6916A5798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5E5C9-EAB1-9D26-315C-61B9B0662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FC2FB-F593-4C90-8531-ED7BAC75E9F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6810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E64C5B-EEF3-68B5-8B3A-487C31BEF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31" y="0"/>
            <a:ext cx="914193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596362-D8B7-9E0D-9396-B768F089DEF9}"/>
              </a:ext>
            </a:extLst>
          </p:cNvPr>
          <p:cNvSpPr txBox="1"/>
          <p:nvPr/>
        </p:nvSpPr>
        <p:spPr>
          <a:xfrm>
            <a:off x="2255266" y="1789769"/>
            <a:ext cx="15887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rPr>
              <a:t>PM2.105FIC303:MV</a:t>
            </a:r>
            <a:endParaRPr lang="th-TH" sz="1050" dirty="0">
              <a:highlight>
                <a:srgbClr val="FFFF00"/>
              </a:highlight>
              <a:latin typeface="SCGP Sans" pitchFamily="50" charset="-34"/>
              <a:cs typeface="SCGP Sans" pitchFamily="50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746D4-9BA4-EB80-33C7-864912D18B44}"/>
              </a:ext>
            </a:extLst>
          </p:cNvPr>
          <p:cNvSpPr txBox="1"/>
          <p:nvPr/>
        </p:nvSpPr>
        <p:spPr>
          <a:xfrm>
            <a:off x="9841230" y="4484126"/>
            <a:ext cx="1319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PM2.105KI002</a:t>
            </a:r>
            <a:endParaRPr lang="th-TH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D8F66-ADCF-C639-139B-FE244CD4EF78}"/>
              </a:ext>
            </a:extLst>
          </p:cNvPr>
          <p:cNvSpPr txBox="1"/>
          <p:nvPr/>
        </p:nvSpPr>
        <p:spPr>
          <a:xfrm>
            <a:off x="9868662" y="4761125"/>
            <a:ext cx="12923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PM2.105KI003</a:t>
            </a:r>
            <a:endParaRPr lang="th-TH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10617C-D7C9-AAAA-78CB-4B8A73412D19}"/>
              </a:ext>
            </a:extLst>
          </p:cNvPr>
          <p:cNvSpPr txBox="1"/>
          <p:nvPr/>
        </p:nvSpPr>
        <p:spPr>
          <a:xfrm>
            <a:off x="3613404" y="1886046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PM2.105TI318</a:t>
            </a:r>
            <a:endParaRPr lang="th-TH" sz="10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C2B8C-8750-2E15-419C-CA98378A387D}"/>
              </a:ext>
            </a:extLst>
          </p:cNvPr>
          <p:cNvSpPr txBox="1"/>
          <p:nvPr/>
        </p:nvSpPr>
        <p:spPr>
          <a:xfrm>
            <a:off x="7702550" y="4680324"/>
            <a:ext cx="31490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PM2.105TIC322:MV</a:t>
            </a:r>
            <a:endParaRPr lang="th-TH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38BB0-2512-9344-11D7-C1EA8CF3CB95}"/>
              </a:ext>
            </a:extLst>
          </p:cNvPr>
          <p:cNvSpPr txBox="1"/>
          <p:nvPr/>
        </p:nvSpPr>
        <p:spPr>
          <a:xfrm>
            <a:off x="4679950" y="4403325"/>
            <a:ext cx="14922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PM2.305FIC019:MV</a:t>
            </a:r>
            <a:endParaRPr lang="th-TH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BF72DD-133F-3C1D-E115-717FF1830556}"/>
              </a:ext>
            </a:extLst>
          </p:cNvPr>
          <p:cNvSpPr txBox="1"/>
          <p:nvPr/>
        </p:nvSpPr>
        <p:spPr>
          <a:xfrm>
            <a:off x="4663305" y="3185086"/>
            <a:ext cx="13564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PM2.305FIC022:MV</a:t>
            </a:r>
            <a:endParaRPr lang="th-TH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52BBFD-C72E-9793-9F51-4ED4B732E783}"/>
              </a:ext>
            </a:extLst>
          </p:cNvPr>
          <p:cNvSpPr txBox="1"/>
          <p:nvPr/>
        </p:nvSpPr>
        <p:spPr>
          <a:xfrm>
            <a:off x="3547245" y="3176122"/>
            <a:ext cx="11327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20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sz="1050" dirty="0"/>
              <a:t>PM2.305PI017</a:t>
            </a:r>
            <a:endParaRPr lang="th-TH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18C39-D25C-5283-B777-097DE519B516}"/>
              </a:ext>
            </a:extLst>
          </p:cNvPr>
          <p:cNvSpPr txBox="1"/>
          <p:nvPr/>
        </p:nvSpPr>
        <p:spPr>
          <a:xfrm>
            <a:off x="5130800" y="2200759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PM2.305PIC030:MV</a:t>
            </a:r>
            <a:endParaRPr lang="th-T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9B9BB-2BCD-6F3B-F72D-E1AA90E97CC4}"/>
              </a:ext>
            </a:extLst>
          </p:cNvPr>
          <p:cNvSpPr txBox="1"/>
          <p:nvPr/>
        </p:nvSpPr>
        <p:spPr>
          <a:xfrm>
            <a:off x="4187825" y="2578322"/>
            <a:ext cx="12382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PM2.305PZ024</a:t>
            </a:r>
            <a:endParaRPr lang="th-TH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A747BA-E878-2C25-4138-7BAD3009D680}"/>
              </a:ext>
            </a:extLst>
          </p:cNvPr>
          <p:cNvSpPr txBox="1"/>
          <p:nvPr/>
        </p:nvSpPr>
        <p:spPr>
          <a:xfrm>
            <a:off x="4467741" y="2796037"/>
            <a:ext cx="12382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PM2.305PZ025</a:t>
            </a:r>
            <a:endParaRPr lang="th-TH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BD4C8D-8D09-BB95-62E9-96AEE4234D28}"/>
              </a:ext>
            </a:extLst>
          </p:cNvPr>
          <p:cNvSpPr txBox="1"/>
          <p:nvPr/>
        </p:nvSpPr>
        <p:spPr>
          <a:xfrm>
            <a:off x="5810249" y="2679073"/>
            <a:ext cx="102552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PM2.305TI026</a:t>
            </a:r>
            <a:endParaRPr lang="th-TH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27DD41-C333-E987-9B62-0237B176AF4B}"/>
              </a:ext>
            </a:extLst>
          </p:cNvPr>
          <p:cNvSpPr txBox="1"/>
          <p:nvPr/>
        </p:nvSpPr>
        <p:spPr>
          <a:xfrm>
            <a:off x="5178254" y="4003968"/>
            <a:ext cx="105547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PM2.305TI028</a:t>
            </a:r>
            <a:endParaRPr lang="th-TH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F0BE11-BBE1-7F5A-F9C3-8717D784DF16}"/>
              </a:ext>
            </a:extLst>
          </p:cNvPr>
          <p:cNvSpPr txBox="1"/>
          <p:nvPr/>
        </p:nvSpPr>
        <p:spPr>
          <a:xfrm>
            <a:off x="6483349" y="3906744"/>
            <a:ext cx="14922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PM2.305FIC036:MV</a:t>
            </a:r>
            <a:endParaRPr lang="th-TH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919FA-48BE-AE71-BC3C-26DDDCD80E7B}"/>
              </a:ext>
            </a:extLst>
          </p:cNvPr>
          <p:cNvSpPr txBox="1"/>
          <p:nvPr/>
        </p:nvSpPr>
        <p:spPr>
          <a:xfrm>
            <a:off x="8952757" y="5409452"/>
            <a:ext cx="15621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PM2.Prod.ODL</a:t>
            </a:r>
            <a:endParaRPr lang="th-TH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0742D7-901A-7E3C-F6D4-EFE8DB4E7F29}"/>
              </a:ext>
            </a:extLst>
          </p:cNvPr>
          <p:cNvSpPr txBox="1"/>
          <p:nvPr/>
        </p:nvSpPr>
        <p:spPr>
          <a:xfrm>
            <a:off x="7820052" y="2841392"/>
            <a:ext cx="11327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PM2.105TI326</a:t>
            </a:r>
            <a:endParaRPr lang="th-TH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A40F84-5437-4951-0000-955FFD4D2C59}"/>
              </a:ext>
            </a:extLst>
          </p:cNvPr>
          <p:cNvSpPr txBox="1"/>
          <p:nvPr/>
        </p:nvSpPr>
        <p:spPr>
          <a:xfrm>
            <a:off x="7048500" y="2578322"/>
            <a:ext cx="14306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th-TH"/>
            </a:defPPr>
            <a:lvl1pPr>
              <a:defRPr sz="1050">
                <a:highlight>
                  <a:srgbClr val="FFFF00"/>
                </a:highlight>
                <a:latin typeface="SCGP Sans" pitchFamily="50" charset="-34"/>
                <a:cs typeface="SCGP Sans" pitchFamily="50" charset="-34"/>
              </a:defRPr>
            </a:lvl1pPr>
          </a:lstStyle>
          <a:p>
            <a:r>
              <a:rPr lang="en-US" dirty="0"/>
              <a:t>PM2.105PS328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99855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6FAC0-6CEE-55CB-6561-3046F03FA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496944"/>
              </p:ext>
            </p:extLst>
          </p:nvPr>
        </p:nvGraphicFramePr>
        <p:xfrm>
          <a:off x="1078992" y="320040"/>
          <a:ext cx="9830814" cy="6355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938">
                  <a:extLst>
                    <a:ext uri="{9D8B030D-6E8A-4147-A177-3AD203B41FA5}">
                      <a16:colId xmlns:a16="http://schemas.microsoft.com/office/drawing/2014/main" val="3390327305"/>
                    </a:ext>
                  </a:extLst>
                </a:gridCol>
                <a:gridCol w="3276938">
                  <a:extLst>
                    <a:ext uri="{9D8B030D-6E8A-4147-A177-3AD203B41FA5}">
                      <a16:colId xmlns:a16="http://schemas.microsoft.com/office/drawing/2014/main" val="1841698373"/>
                    </a:ext>
                  </a:extLst>
                </a:gridCol>
                <a:gridCol w="3276938">
                  <a:extLst>
                    <a:ext uri="{9D8B030D-6E8A-4147-A177-3AD203B41FA5}">
                      <a16:colId xmlns:a16="http://schemas.microsoft.com/office/drawing/2014/main" val="935497418"/>
                    </a:ext>
                  </a:extLst>
                </a:gridCol>
              </a:tblGrid>
              <a:tr h="334478"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Tag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Description 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Noted 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008512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\\VPKGDRBPPI01\PM2.105FIC303:MV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WHLiqu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 to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DilSrew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White liquor 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473632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\\VPKGDRBPPI01\PM2.105KI002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 O2 Kappa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Kappa online ? 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393906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\\VPKGDRBPPI01\PM2.105KI003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Post O2 Kappa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latin typeface="SCGP Sans" pitchFamily="50" charset="-34"/>
                          <a:cs typeface="SCGP Sans" pitchFamily="50" charset="-34"/>
                        </a:rPr>
                        <a:t>Kappa online ? </a:t>
                      </a:r>
                      <a:endParaRPr lang="th-TH" sz="1050" dirty="0"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022090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\\VPKGDRBPPI01\PM2.105TI318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O2-line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Temp Oxygen to ODL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80114496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\\VPKGDRBPPI01\PM2.105TIC322:MV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FeedTemp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Pulp temp feed reactor 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9583122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\\VPKGDRBPPI01\PM2.305FIC019:MV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to Mixer1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Oxygen feed at reactor 1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83708716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\\VPKGDRBPPI01\PM2.305FIC022:MV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to pulp heater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Oxygen feed at reactor 2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26136130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\\VPKGDRBPPI01\PM2.305PI017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Oxygen pressure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97729857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\\VPKGDRBPPI01\PM2.305PIC023:MV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 PRESS.CTRL.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Pressure at reactor 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4051546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\\VPKGDRBPPI01\PM2.305PIC030:MV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Pressure at reactor 1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1101755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\\VPKGDRBPPI01\PM2.305PZ024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Reactor1 TOP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Pressure top reactor 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76474617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\\VPKGDRBPPI01\PM2.305PZ025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Reactor1 TOP</a:t>
                      </a:r>
                    </a:p>
                    <a:p>
                      <a:pPr algn="ctr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Pressure top reactor 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35637570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\\VPKGDRBPPI01\PM2.305TI026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Reactor1 TOP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Temp top reactor 1</a:t>
                      </a:r>
                    </a:p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21921201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\\VPKGDRBPPI01\PM2.305TI028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O2 Reactor1 Bottom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Temp bottom reactor 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3613665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\\VPKGDRBPPI01\PM2.305FIC036:MV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MP Steam Pulp Heat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Feed before reactor 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73270550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\\VPKGDRBPPI01\PM2.Prod.ODL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Production ODL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CGP Sans" pitchFamily="50" charset="-34"/>
                        <a:cs typeface="SCGP Sans" pitchFamily="50" charset="-34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50770135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\\VPKGDRBPPI01\PM2.105TI326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Oxygen Reactor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Temp top reactor 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2601608"/>
                  </a:ext>
                </a:extLst>
              </a:tr>
              <a:tr h="334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\\VPKGDRBPPI01\PM2.105PS328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Oxygen Reactor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CGP Sans" pitchFamily="50" charset="-34"/>
                          <a:cs typeface="SCGP Sans" pitchFamily="50" charset="-34"/>
                        </a:rPr>
                        <a:t>Pressure top reactor 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349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67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70FA6D-B820-421D-93E1-F85180E5F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065"/>
            <a:ext cx="3696216" cy="265784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EF4396B-D6FB-4EC8-9D1D-868E5FB60A76}"/>
              </a:ext>
            </a:extLst>
          </p:cNvPr>
          <p:cNvSpPr/>
          <p:nvPr/>
        </p:nvSpPr>
        <p:spPr>
          <a:xfrm>
            <a:off x="3996294" y="75847"/>
            <a:ext cx="310213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PM2.105FIC544:MV</a:t>
            </a:r>
          </a:p>
          <a:p>
            <a:r>
              <a:rPr lang="en-US" dirty="0"/>
              <a:t>PM2.105FIC508:MV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4BF4CC-821D-4727-844C-0D536354080A}"/>
              </a:ext>
            </a:extLst>
          </p:cNvPr>
          <p:cNvSpPr/>
          <p:nvPr/>
        </p:nvSpPr>
        <p:spPr>
          <a:xfrm>
            <a:off x="4028286" y="1000029"/>
            <a:ext cx="3370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O2 -tank 1 : 95 m3 </a:t>
            </a:r>
          </a:p>
          <a:p>
            <a:r>
              <a:rPr lang="en-US" dirty="0"/>
              <a:t>O2 - tank 2 : 145 m3</a:t>
            </a:r>
          </a:p>
          <a:p>
            <a:r>
              <a:rPr lang="en-US" dirty="0"/>
              <a:t>LC chest 1 : 110 m3</a:t>
            </a:r>
          </a:p>
          <a:p>
            <a:r>
              <a:rPr lang="en-US" dirty="0"/>
              <a:t>LC chest 2 : 125 m3</a:t>
            </a:r>
          </a:p>
        </p:txBody>
      </p:sp>
    </p:spTree>
    <p:extLst>
      <p:ext uri="{BB962C8B-B14F-4D97-AF65-F5344CB8AC3E}">
        <p14:creationId xmlns:p14="http://schemas.microsoft.com/office/powerpoint/2010/main" val="204947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6C70028B45B4DAC5086CC5446A659" ma:contentTypeVersion="9" ma:contentTypeDescription="Create a new document." ma:contentTypeScope="" ma:versionID="6de4afa4246468dca7be1140f875af38">
  <xsd:schema xmlns:xsd="http://www.w3.org/2001/XMLSchema" xmlns:xs="http://www.w3.org/2001/XMLSchema" xmlns:p="http://schemas.microsoft.com/office/2006/metadata/properties" xmlns:ns3="b94cf041-aaab-412a-bb96-31cfaaf052bf" targetNamespace="http://schemas.microsoft.com/office/2006/metadata/properties" ma:root="true" ma:fieldsID="c693d2305955822813527bf5bf3b038d" ns3:_="">
    <xsd:import namespace="b94cf041-aaab-412a-bb96-31cfaaf052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4cf041-aaab-412a-bb96-31cfaaf052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4cf041-aaab-412a-bb96-31cfaaf052b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1DF9C9E-A0E1-4DCA-8679-4B2804B016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4cf041-aaab-412a-bb96-31cfaaf052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36F603-4D04-4151-AC47-BECE4E1BCB6D}">
  <ds:schemaRefs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94cf041-aaab-412a-bb96-31cfaaf052b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77D3924-9CEE-4D6A-A03D-C48E8CAACA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275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Angsana New</vt:lpstr>
      <vt:lpstr>Arial</vt:lpstr>
      <vt:lpstr>Calibri</vt:lpstr>
      <vt:lpstr>Calibri Light</vt:lpstr>
      <vt:lpstr>Cordia New</vt:lpstr>
      <vt:lpstr>SCGP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Hiranya Naun-in</dc:creator>
  <cp:lastModifiedBy>Chinnawat Puttasanguanporn</cp:lastModifiedBy>
  <cp:revision>3</cp:revision>
  <dcterms:created xsi:type="dcterms:W3CDTF">2026-05-21T02:37:57Z</dcterms:created>
  <dcterms:modified xsi:type="dcterms:W3CDTF">2026-09-18T09:34:51Z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0x010100DE06C70028B45B4DAC5086CC5446A659</vt:lpwstr>
  </property>
</Properties>
</file>