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7" r:id="rId6"/>
    <p:sldId id="259" r:id="rId7"/>
    <p:sldId id="256" r:id="rId8"/>
    <p:sldId id="263" r:id="rId9"/>
    <p:sldId id="261" r:id="rId10"/>
    <p:sldId id="262" r:id="rId11"/>
    <p:sldId id="264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nawat Puttasanguanporn" userId="b377813c-202c-4acb-8d62-dd179620cbf0" providerId="ADAL" clId="{628EF733-B43B-4BF8-B2D9-BD0E4B66D49F}"/>
    <pc:docChg chg="undo custSel addSld delSld modSld sldOrd">
      <pc:chgData name="Chinnawat Puttasanguanporn" userId="b377813c-202c-4acb-8d62-dd179620cbf0" providerId="ADAL" clId="{628EF733-B43B-4BF8-B2D9-BD0E4B66D49F}" dt="2026-09-23T02:09:49.653" v="210" actId="2696"/>
      <pc:docMkLst>
        <pc:docMk/>
      </pc:docMkLst>
      <pc:sldChg chg="addSp delSp modSp ord">
        <pc:chgData name="Chinnawat Puttasanguanporn" userId="b377813c-202c-4acb-8d62-dd179620cbf0" providerId="ADAL" clId="{628EF733-B43B-4BF8-B2D9-BD0E4B66D49F}" dt="2026-09-17T04:47:38.461" v="118"/>
        <pc:sldMkLst>
          <pc:docMk/>
          <pc:sldMk cId="2274366504" sldId="256"/>
        </pc:sldMkLst>
        <pc:spChg chg="mod">
          <ac:chgData name="Chinnawat Puttasanguanporn" userId="b377813c-202c-4acb-8d62-dd179620cbf0" providerId="ADAL" clId="{628EF733-B43B-4BF8-B2D9-BD0E4B66D49F}" dt="2026-09-17T04:14:44.406" v="114" actId="1076"/>
          <ac:spMkLst>
            <pc:docMk/>
            <pc:sldMk cId="2274366504" sldId="256"/>
            <ac:spMk id="5" creationId="{D46160FC-77D5-436D-8B8B-1632AFC80205}"/>
          </ac:spMkLst>
        </pc:spChg>
        <pc:picChg chg="add mod">
          <ac:chgData name="Chinnawat Puttasanguanporn" userId="b377813c-202c-4acb-8d62-dd179620cbf0" providerId="ADAL" clId="{628EF733-B43B-4BF8-B2D9-BD0E4B66D49F}" dt="2026-09-17T04:14:40.403" v="113" actId="1076"/>
          <ac:picMkLst>
            <pc:docMk/>
            <pc:sldMk cId="2274366504" sldId="256"/>
            <ac:picMk id="2" creationId="{B0224A7B-6916-47A3-A505-9BAABEDFBF46}"/>
          </ac:picMkLst>
        </pc:picChg>
        <pc:picChg chg="del">
          <ac:chgData name="Chinnawat Puttasanguanporn" userId="b377813c-202c-4acb-8d62-dd179620cbf0" providerId="ADAL" clId="{628EF733-B43B-4BF8-B2D9-BD0E4B66D49F}" dt="2026-09-17T04:14:34.652" v="110" actId="478"/>
          <ac:picMkLst>
            <pc:docMk/>
            <pc:sldMk cId="2274366504" sldId="256"/>
            <ac:picMk id="8" creationId="{E6E3A826-7929-448C-A031-20F154A15D64}"/>
          </ac:picMkLst>
        </pc:picChg>
      </pc:sldChg>
      <pc:sldChg chg="addSp delSp modSp ord">
        <pc:chgData name="Chinnawat Puttasanguanporn" userId="b377813c-202c-4acb-8d62-dd179620cbf0" providerId="ADAL" clId="{628EF733-B43B-4BF8-B2D9-BD0E4B66D49F}" dt="2026-09-17T03:49:44.877" v="32"/>
        <pc:sldMkLst>
          <pc:docMk/>
          <pc:sldMk cId="3674241983" sldId="257"/>
        </pc:sldMkLst>
        <pc:spChg chg="mod">
          <ac:chgData name="Chinnawat Puttasanguanporn" userId="b377813c-202c-4acb-8d62-dd179620cbf0" providerId="ADAL" clId="{628EF733-B43B-4BF8-B2D9-BD0E4B66D49F}" dt="2026-09-17T03:42:01.646" v="28" actId="1076"/>
          <ac:spMkLst>
            <pc:docMk/>
            <pc:sldMk cId="3674241983" sldId="257"/>
            <ac:spMk id="8" creationId="{3A24D87E-AD12-419A-92DB-ADE8F3DEED6F}"/>
          </ac:spMkLst>
        </pc:spChg>
        <pc:spChg chg="mod">
          <ac:chgData name="Chinnawat Puttasanguanporn" userId="b377813c-202c-4acb-8d62-dd179620cbf0" providerId="ADAL" clId="{628EF733-B43B-4BF8-B2D9-BD0E4B66D49F}" dt="2026-09-17T03:41:55.846" v="26" actId="1076"/>
          <ac:spMkLst>
            <pc:docMk/>
            <pc:sldMk cId="3674241983" sldId="257"/>
            <ac:spMk id="9" creationId="{82B7BE6F-553E-4BF5-A4DC-880494DE8E70}"/>
          </ac:spMkLst>
        </pc:spChg>
        <pc:spChg chg="mod">
          <ac:chgData name="Chinnawat Puttasanguanporn" userId="b377813c-202c-4acb-8d62-dd179620cbf0" providerId="ADAL" clId="{628EF733-B43B-4BF8-B2D9-BD0E4B66D49F}" dt="2026-09-17T03:41:58.323" v="27" actId="1076"/>
          <ac:spMkLst>
            <pc:docMk/>
            <pc:sldMk cId="3674241983" sldId="257"/>
            <ac:spMk id="10" creationId="{14098B8A-2E0E-4DAF-9ECD-D20775B1E921}"/>
          </ac:spMkLst>
        </pc:spChg>
        <pc:spChg chg="mod">
          <ac:chgData name="Chinnawat Puttasanguanporn" userId="b377813c-202c-4acb-8d62-dd179620cbf0" providerId="ADAL" clId="{628EF733-B43B-4BF8-B2D9-BD0E4B66D49F}" dt="2026-09-17T03:41:48.346" v="25" actId="20577"/>
          <ac:spMkLst>
            <pc:docMk/>
            <pc:sldMk cId="3674241983" sldId="257"/>
            <ac:spMk id="12" creationId="{D5197419-EF29-4904-AD17-820FB0CCBBC5}"/>
          </ac:spMkLst>
        </pc:spChg>
        <pc:picChg chg="add mod ord">
          <ac:chgData name="Chinnawat Puttasanguanporn" userId="b377813c-202c-4acb-8d62-dd179620cbf0" providerId="ADAL" clId="{628EF733-B43B-4BF8-B2D9-BD0E4B66D49F}" dt="2026-09-17T03:40:26.142" v="7" actId="14100"/>
          <ac:picMkLst>
            <pc:docMk/>
            <pc:sldMk cId="3674241983" sldId="257"/>
            <ac:picMk id="2" creationId="{FA7C3BB0-13F3-47B3-9138-3359FB1473BF}"/>
          </ac:picMkLst>
        </pc:picChg>
        <pc:picChg chg="add mod ord">
          <ac:chgData name="Chinnawat Puttasanguanporn" userId="b377813c-202c-4acb-8d62-dd179620cbf0" providerId="ADAL" clId="{628EF733-B43B-4BF8-B2D9-BD0E4B66D49F}" dt="2026-09-17T03:41:39.235" v="22" actId="1076"/>
          <ac:picMkLst>
            <pc:docMk/>
            <pc:sldMk cId="3674241983" sldId="257"/>
            <ac:picMk id="3" creationId="{2EF0792B-4380-4A95-8465-91F7E4594999}"/>
          </ac:picMkLst>
        </pc:picChg>
        <pc:picChg chg="del">
          <ac:chgData name="Chinnawat Puttasanguanporn" userId="b377813c-202c-4acb-8d62-dd179620cbf0" providerId="ADAL" clId="{628EF733-B43B-4BF8-B2D9-BD0E4B66D49F}" dt="2026-09-17T03:40:12.928" v="1" actId="478"/>
          <ac:picMkLst>
            <pc:docMk/>
            <pc:sldMk cId="3674241983" sldId="257"/>
            <ac:picMk id="4" creationId="{E5FF9426-42CA-4AF0-AFCA-4B3F3F741963}"/>
          </ac:picMkLst>
        </pc:picChg>
        <pc:picChg chg="add mod ord">
          <ac:chgData name="Chinnawat Puttasanguanporn" userId="b377813c-202c-4acb-8d62-dd179620cbf0" providerId="ADAL" clId="{628EF733-B43B-4BF8-B2D9-BD0E4B66D49F}" dt="2026-09-17T03:41:43.934" v="23" actId="1076"/>
          <ac:picMkLst>
            <pc:docMk/>
            <pc:sldMk cId="3674241983" sldId="257"/>
            <ac:picMk id="5" creationId="{A87FA6C5-E86C-4958-A905-77A99C504423}"/>
          </ac:picMkLst>
        </pc:picChg>
        <pc:picChg chg="del">
          <ac:chgData name="Chinnawat Puttasanguanporn" userId="b377813c-202c-4acb-8d62-dd179620cbf0" providerId="ADAL" clId="{628EF733-B43B-4BF8-B2D9-BD0E4B66D49F}" dt="2026-09-17T03:40:51.155" v="14" actId="478"/>
          <ac:picMkLst>
            <pc:docMk/>
            <pc:sldMk cId="3674241983" sldId="257"/>
            <ac:picMk id="6" creationId="{B6B5C25C-0F72-4C82-948A-43FF150EE566}"/>
          </ac:picMkLst>
        </pc:picChg>
        <pc:picChg chg="del">
          <ac:chgData name="Chinnawat Puttasanguanporn" userId="b377813c-202c-4acb-8d62-dd179620cbf0" providerId="ADAL" clId="{628EF733-B43B-4BF8-B2D9-BD0E4B66D49F}" dt="2026-09-17T03:40:35.610" v="8" actId="478"/>
          <ac:picMkLst>
            <pc:docMk/>
            <pc:sldMk cId="3674241983" sldId="257"/>
            <ac:picMk id="21" creationId="{895B5C6A-4DDD-4C79-9359-145FB801542A}"/>
          </ac:picMkLst>
        </pc:picChg>
        <pc:cxnChg chg="del">
          <ac:chgData name="Chinnawat Puttasanguanporn" userId="b377813c-202c-4acb-8d62-dd179620cbf0" providerId="ADAL" clId="{628EF733-B43B-4BF8-B2D9-BD0E4B66D49F}" dt="2026-09-17T03:41:37.258" v="21" actId="478"/>
          <ac:cxnSpMkLst>
            <pc:docMk/>
            <pc:sldMk cId="3674241983" sldId="257"/>
            <ac:cxnSpMk id="14" creationId="{00AB5775-6D36-4E85-95E0-87ABA86A382E}"/>
          </ac:cxnSpMkLst>
        </pc:cxnChg>
        <pc:cxnChg chg="del">
          <ac:chgData name="Chinnawat Puttasanguanporn" userId="b377813c-202c-4acb-8d62-dd179620cbf0" providerId="ADAL" clId="{628EF733-B43B-4BF8-B2D9-BD0E4B66D49F}" dt="2026-09-17T03:41:37.258" v="21" actId="478"/>
          <ac:cxnSpMkLst>
            <pc:docMk/>
            <pc:sldMk cId="3674241983" sldId="257"/>
            <ac:cxnSpMk id="16" creationId="{C0B2D442-1C69-4192-9270-6E6780756E7A}"/>
          </ac:cxnSpMkLst>
        </pc:cxnChg>
        <pc:cxnChg chg="del">
          <ac:chgData name="Chinnawat Puttasanguanporn" userId="b377813c-202c-4acb-8d62-dd179620cbf0" providerId="ADAL" clId="{628EF733-B43B-4BF8-B2D9-BD0E4B66D49F}" dt="2026-09-17T03:41:37.258" v="21" actId="478"/>
          <ac:cxnSpMkLst>
            <pc:docMk/>
            <pc:sldMk cId="3674241983" sldId="257"/>
            <ac:cxnSpMk id="17" creationId="{C9F3CE64-617B-43E4-8C32-5AF2EDA64F3C}"/>
          </ac:cxnSpMkLst>
        </pc:cxnChg>
        <pc:cxnChg chg="del">
          <ac:chgData name="Chinnawat Puttasanguanporn" userId="b377813c-202c-4acb-8d62-dd179620cbf0" providerId="ADAL" clId="{628EF733-B43B-4BF8-B2D9-BD0E4B66D49F}" dt="2026-09-17T03:41:37.258" v="21" actId="478"/>
          <ac:cxnSpMkLst>
            <pc:docMk/>
            <pc:sldMk cId="3674241983" sldId="257"/>
            <ac:cxnSpMk id="18" creationId="{9D3ECA20-0D75-4050-B442-D3D7F0F866EB}"/>
          </ac:cxnSpMkLst>
        </pc:cxnChg>
        <pc:cxnChg chg="del">
          <ac:chgData name="Chinnawat Puttasanguanporn" userId="b377813c-202c-4acb-8d62-dd179620cbf0" providerId="ADAL" clId="{628EF733-B43B-4BF8-B2D9-BD0E4B66D49F}" dt="2026-09-17T03:41:35.613" v="20" actId="478"/>
          <ac:cxnSpMkLst>
            <pc:docMk/>
            <pc:sldMk cId="3674241983" sldId="257"/>
            <ac:cxnSpMk id="19" creationId="{A851B346-1CD8-48C3-9C53-0326A34E0CF6}"/>
          </ac:cxnSpMkLst>
        </pc:cxnChg>
        <pc:cxnChg chg="del">
          <ac:chgData name="Chinnawat Puttasanguanporn" userId="b377813c-202c-4acb-8d62-dd179620cbf0" providerId="ADAL" clId="{628EF733-B43B-4BF8-B2D9-BD0E4B66D49F}" dt="2026-09-17T03:41:35.613" v="20" actId="478"/>
          <ac:cxnSpMkLst>
            <pc:docMk/>
            <pc:sldMk cId="3674241983" sldId="257"/>
            <ac:cxnSpMk id="20" creationId="{EE2F2130-9289-49FA-8DD9-5FC01CD974BB}"/>
          </ac:cxnSpMkLst>
        </pc:cxnChg>
        <pc:cxnChg chg="del">
          <ac:chgData name="Chinnawat Puttasanguanporn" userId="b377813c-202c-4acb-8d62-dd179620cbf0" providerId="ADAL" clId="{628EF733-B43B-4BF8-B2D9-BD0E4B66D49F}" dt="2026-09-17T03:41:35.613" v="20" actId="478"/>
          <ac:cxnSpMkLst>
            <pc:docMk/>
            <pc:sldMk cId="3674241983" sldId="257"/>
            <ac:cxnSpMk id="23" creationId="{280D5E29-2A24-46C8-94CC-6FE88F738F4E}"/>
          </ac:cxnSpMkLst>
        </pc:cxnChg>
      </pc:sldChg>
      <pc:sldChg chg="addSp delSp modSp">
        <pc:chgData name="Chinnawat Puttasanguanporn" userId="b377813c-202c-4acb-8d62-dd179620cbf0" providerId="ADAL" clId="{628EF733-B43B-4BF8-B2D9-BD0E4B66D49F}" dt="2026-09-17T04:51:10.948" v="178"/>
        <pc:sldMkLst>
          <pc:docMk/>
          <pc:sldMk cId="2034897663" sldId="259"/>
        </pc:sldMkLst>
        <pc:spChg chg="add del mod">
          <ac:chgData name="Chinnawat Puttasanguanporn" userId="b377813c-202c-4acb-8d62-dd179620cbf0" providerId="ADAL" clId="{628EF733-B43B-4BF8-B2D9-BD0E4B66D49F}" dt="2026-09-17T03:57:24.455" v="64" actId="478"/>
          <ac:spMkLst>
            <pc:docMk/>
            <pc:sldMk cId="2034897663" sldId="259"/>
            <ac:spMk id="3" creationId="{AE457224-AFD4-4418-BACF-DE92DC30979A}"/>
          </ac:spMkLst>
        </pc:spChg>
        <pc:spChg chg="add mod">
          <ac:chgData name="Chinnawat Puttasanguanporn" userId="b377813c-202c-4acb-8d62-dd179620cbf0" providerId="ADAL" clId="{628EF733-B43B-4BF8-B2D9-BD0E4B66D49F}" dt="2026-09-17T03:59:07.938" v="76" actId="1076"/>
          <ac:spMkLst>
            <pc:docMk/>
            <pc:sldMk cId="2034897663" sldId="259"/>
            <ac:spMk id="4" creationId="{5CCEBA65-7DEB-4C11-A849-2FA224F4193B}"/>
          </ac:spMkLst>
        </pc:spChg>
        <pc:spChg chg="mod">
          <ac:chgData name="Chinnawat Puttasanguanporn" userId="b377813c-202c-4acb-8d62-dd179620cbf0" providerId="ADAL" clId="{628EF733-B43B-4BF8-B2D9-BD0E4B66D49F}" dt="2026-09-17T03:59:21.108" v="79" actId="1076"/>
          <ac:spMkLst>
            <pc:docMk/>
            <pc:sldMk cId="2034897663" sldId="259"/>
            <ac:spMk id="9" creationId="{6D21D1DB-914C-4EF8-A8A2-484D78960F96}"/>
          </ac:spMkLst>
        </pc:spChg>
        <pc:spChg chg="mod">
          <ac:chgData name="Chinnawat Puttasanguanporn" userId="b377813c-202c-4acb-8d62-dd179620cbf0" providerId="ADAL" clId="{628EF733-B43B-4BF8-B2D9-BD0E4B66D49F}" dt="2026-09-17T03:59:46.875" v="84" actId="1076"/>
          <ac:spMkLst>
            <pc:docMk/>
            <pc:sldMk cId="2034897663" sldId="259"/>
            <ac:spMk id="10" creationId="{ECC57347-A66D-461E-ACDB-CA221040C32E}"/>
          </ac:spMkLst>
        </pc:spChg>
        <pc:spChg chg="add del mod">
          <ac:chgData name="Chinnawat Puttasanguanporn" userId="b377813c-202c-4acb-8d62-dd179620cbf0" providerId="ADAL" clId="{628EF733-B43B-4BF8-B2D9-BD0E4B66D49F}" dt="2026-09-17T04:50:24.909" v="151"/>
          <ac:spMkLst>
            <pc:docMk/>
            <pc:sldMk cId="2034897663" sldId="259"/>
            <ac:spMk id="12" creationId="{BE99DE74-C107-4D36-9202-E6E556288B40}"/>
          </ac:spMkLst>
        </pc:spChg>
        <pc:spChg chg="del">
          <ac:chgData name="Chinnawat Puttasanguanporn" userId="b377813c-202c-4acb-8d62-dd179620cbf0" providerId="ADAL" clId="{628EF733-B43B-4BF8-B2D9-BD0E4B66D49F}" dt="2026-09-17T03:56:27.813" v="36" actId="478"/>
          <ac:spMkLst>
            <pc:docMk/>
            <pc:sldMk cId="2034897663" sldId="259"/>
            <ac:spMk id="13" creationId="{DE44CE38-D960-4ABA-AE14-133D730E74C9}"/>
          </ac:spMkLst>
        </pc:spChg>
        <pc:spChg chg="del">
          <ac:chgData name="Chinnawat Puttasanguanporn" userId="b377813c-202c-4acb-8d62-dd179620cbf0" providerId="ADAL" clId="{628EF733-B43B-4BF8-B2D9-BD0E4B66D49F}" dt="2026-09-17T03:56:27.813" v="36" actId="478"/>
          <ac:spMkLst>
            <pc:docMk/>
            <pc:sldMk cId="2034897663" sldId="259"/>
            <ac:spMk id="14" creationId="{88592CB1-1BFC-4A2A-8391-04B49F5C56E9}"/>
          </ac:spMkLst>
        </pc:spChg>
        <pc:spChg chg="del">
          <ac:chgData name="Chinnawat Puttasanguanporn" userId="b377813c-202c-4acb-8d62-dd179620cbf0" providerId="ADAL" clId="{628EF733-B43B-4BF8-B2D9-BD0E4B66D49F}" dt="2026-09-17T03:56:27.813" v="36" actId="478"/>
          <ac:spMkLst>
            <pc:docMk/>
            <pc:sldMk cId="2034897663" sldId="259"/>
            <ac:spMk id="15" creationId="{66C6E15E-3B66-438C-ABCC-2E82F8FE3988}"/>
          </ac:spMkLst>
        </pc:spChg>
        <pc:spChg chg="add del mod ord">
          <ac:chgData name="Chinnawat Puttasanguanporn" userId="b377813c-202c-4acb-8d62-dd179620cbf0" providerId="ADAL" clId="{628EF733-B43B-4BF8-B2D9-BD0E4B66D49F}" dt="2026-09-17T04:50:24.909" v="151"/>
          <ac:spMkLst>
            <pc:docMk/>
            <pc:sldMk cId="2034897663" sldId="259"/>
            <ac:spMk id="17" creationId="{F52686FE-5464-4704-8DCA-C49267806DE4}"/>
          </ac:spMkLst>
        </pc:spChg>
        <pc:spChg chg="add del mod ord">
          <ac:chgData name="Chinnawat Puttasanguanporn" userId="b377813c-202c-4acb-8d62-dd179620cbf0" providerId="ADAL" clId="{628EF733-B43B-4BF8-B2D9-BD0E4B66D49F}" dt="2026-09-17T04:50:24.909" v="151"/>
          <ac:spMkLst>
            <pc:docMk/>
            <pc:sldMk cId="2034897663" sldId="259"/>
            <ac:spMk id="18" creationId="{B5435EDD-84BC-4383-91F3-7B321973A90C}"/>
          </ac:spMkLst>
        </pc:spChg>
        <pc:spChg chg="add del mod">
          <ac:chgData name="Chinnawat Puttasanguanporn" userId="b377813c-202c-4acb-8d62-dd179620cbf0" providerId="ADAL" clId="{628EF733-B43B-4BF8-B2D9-BD0E4B66D49F}" dt="2026-09-17T04:50:24.909" v="151"/>
          <ac:spMkLst>
            <pc:docMk/>
            <pc:sldMk cId="2034897663" sldId="259"/>
            <ac:spMk id="19" creationId="{132BD1A6-EC1E-4BA1-8885-B55645CBB167}"/>
          </ac:spMkLst>
        </pc:spChg>
        <pc:spChg chg="add del mod ord">
          <ac:chgData name="Chinnawat Puttasanguanporn" userId="b377813c-202c-4acb-8d62-dd179620cbf0" providerId="ADAL" clId="{628EF733-B43B-4BF8-B2D9-BD0E4B66D49F}" dt="2026-09-17T04:50:24.909" v="151"/>
          <ac:spMkLst>
            <pc:docMk/>
            <pc:sldMk cId="2034897663" sldId="259"/>
            <ac:spMk id="20" creationId="{287BDEB9-D3F9-468D-AFEC-85CA7EBE0EFB}"/>
          </ac:spMkLst>
        </pc:spChg>
        <pc:spChg chg="add mod">
          <ac:chgData name="Chinnawat Puttasanguanporn" userId="b377813c-202c-4acb-8d62-dd179620cbf0" providerId="ADAL" clId="{628EF733-B43B-4BF8-B2D9-BD0E4B66D49F}" dt="2026-09-17T04:50:41.093" v="164" actId="1035"/>
          <ac:spMkLst>
            <pc:docMk/>
            <pc:sldMk cId="2034897663" sldId="259"/>
            <ac:spMk id="21" creationId="{5D63E8DB-1F7B-4CD1-9B17-D1D99DEC8CDF}"/>
          </ac:spMkLst>
        </pc:spChg>
        <pc:spChg chg="add mod">
          <ac:chgData name="Chinnawat Puttasanguanporn" userId="b377813c-202c-4acb-8d62-dd179620cbf0" providerId="ADAL" clId="{628EF733-B43B-4BF8-B2D9-BD0E4B66D49F}" dt="2026-09-17T04:50:59.336" v="174" actId="1076"/>
          <ac:spMkLst>
            <pc:docMk/>
            <pc:sldMk cId="2034897663" sldId="259"/>
            <ac:spMk id="22" creationId="{BE215B9A-C7CC-473F-8D37-A1E5F7A5AEBD}"/>
          </ac:spMkLst>
        </pc:spChg>
        <pc:spChg chg="add mod">
          <ac:chgData name="Chinnawat Puttasanguanporn" userId="b377813c-202c-4acb-8d62-dd179620cbf0" providerId="ADAL" clId="{628EF733-B43B-4BF8-B2D9-BD0E4B66D49F}" dt="2026-09-17T04:51:03.965" v="175" actId="1076"/>
          <ac:spMkLst>
            <pc:docMk/>
            <pc:sldMk cId="2034897663" sldId="259"/>
            <ac:spMk id="23" creationId="{44312389-B739-47B3-A592-E65B59D80E9E}"/>
          </ac:spMkLst>
        </pc:spChg>
        <pc:spChg chg="add mod">
          <ac:chgData name="Chinnawat Puttasanguanporn" userId="b377813c-202c-4acb-8d62-dd179620cbf0" providerId="ADAL" clId="{628EF733-B43B-4BF8-B2D9-BD0E4B66D49F}" dt="2026-09-17T04:50:49.278" v="171" actId="1036"/>
          <ac:spMkLst>
            <pc:docMk/>
            <pc:sldMk cId="2034897663" sldId="259"/>
            <ac:spMk id="24" creationId="{CEEE53E8-B4A3-4FBA-9032-1A433AE70965}"/>
          </ac:spMkLst>
        </pc:spChg>
        <pc:spChg chg="add mod">
          <ac:chgData name="Chinnawat Puttasanguanporn" userId="b377813c-202c-4acb-8d62-dd179620cbf0" providerId="ADAL" clId="{628EF733-B43B-4BF8-B2D9-BD0E4B66D49F}" dt="2026-09-17T04:50:56.428" v="173" actId="1076"/>
          <ac:spMkLst>
            <pc:docMk/>
            <pc:sldMk cId="2034897663" sldId="259"/>
            <ac:spMk id="25" creationId="{D3783BF6-0AB1-4F34-8ADA-8F47A2763D51}"/>
          </ac:spMkLst>
        </pc:spChg>
        <pc:spChg chg="add del mod">
          <ac:chgData name="Chinnawat Puttasanguanporn" userId="b377813c-202c-4acb-8d62-dd179620cbf0" providerId="ADAL" clId="{628EF733-B43B-4BF8-B2D9-BD0E4B66D49F}" dt="2026-09-17T04:51:10.948" v="178"/>
          <ac:spMkLst>
            <pc:docMk/>
            <pc:sldMk cId="2034897663" sldId="259"/>
            <ac:spMk id="26" creationId="{A86FE96E-09D2-4F88-B6ED-7B8C6B0BE37D}"/>
          </ac:spMkLst>
        </pc:spChg>
        <pc:picChg chg="add del mod">
          <ac:chgData name="Chinnawat Puttasanguanporn" userId="b377813c-202c-4acb-8d62-dd179620cbf0" providerId="ADAL" clId="{628EF733-B43B-4BF8-B2D9-BD0E4B66D49F}" dt="2026-09-17T04:00:11.633" v="88" actId="478"/>
          <ac:picMkLst>
            <pc:docMk/>
            <pc:sldMk cId="2034897663" sldId="259"/>
            <ac:picMk id="2" creationId="{9B0C74A3-3BC4-42FA-8DF4-E1AFA043AF8D}"/>
          </ac:picMkLst>
        </pc:picChg>
        <pc:picChg chg="add del mod">
          <ac:chgData name="Chinnawat Puttasanguanporn" userId="b377813c-202c-4acb-8d62-dd179620cbf0" providerId="ADAL" clId="{628EF733-B43B-4BF8-B2D9-BD0E4B66D49F}" dt="2026-09-17T04:01:31.281" v="94" actId="478"/>
          <ac:picMkLst>
            <pc:docMk/>
            <pc:sldMk cId="2034897663" sldId="259"/>
            <ac:picMk id="6" creationId="{2A412257-6482-4071-9144-4246F7CC20D0}"/>
          </ac:picMkLst>
        </pc:picChg>
        <pc:picChg chg="add del mod">
          <ac:chgData name="Chinnawat Puttasanguanporn" userId="b377813c-202c-4acb-8d62-dd179620cbf0" providerId="ADAL" clId="{628EF733-B43B-4BF8-B2D9-BD0E4B66D49F}" dt="2026-09-17T04:14:04.012" v="104" actId="478"/>
          <ac:picMkLst>
            <pc:docMk/>
            <pc:sldMk cId="2034897663" sldId="259"/>
            <ac:picMk id="7" creationId="{91511A3B-75E6-48C4-BF7B-7D43F3854ED7}"/>
          </ac:picMkLst>
        </pc:picChg>
        <pc:picChg chg="mod">
          <ac:chgData name="Chinnawat Puttasanguanporn" userId="b377813c-202c-4acb-8d62-dd179620cbf0" providerId="ADAL" clId="{628EF733-B43B-4BF8-B2D9-BD0E4B66D49F}" dt="2026-09-17T04:50:34.621" v="155" actId="14100"/>
          <ac:picMkLst>
            <pc:docMk/>
            <pc:sldMk cId="2034897663" sldId="259"/>
            <ac:picMk id="8" creationId="{C3C4876C-00FB-4F7C-A7A0-68D9CC5F0C5D}"/>
          </ac:picMkLst>
        </pc:picChg>
        <pc:picChg chg="add mod">
          <ac:chgData name="Chinnawat Puttasanguanporn" userId="b377813c-202c-4acb-8d62-dd179620cbf0" providerId="ADAL" clId="{628EF733-B43B-4BF8-B2D9-BD0E4B66D49F}" dt="2026-09-17T04:14:07.088" v="105" actId="1076"/>
          <ac:picMkLst>
            <pc:docMk/>
            <pc:sldMk cId="2034897663" sldId="259"/>
            <ac:picMk id="11" creationId="{897F8683-0396-4C10-9FB7-CDA078D6D97F}"/>
          </ac:picMkLst>
        </pc:picChg>
        <pc:picChg chg="del">
          <ac:chgData name="Chinnawat Puttasanguanporn" userId="b377813c-202c-4acb-8d62-dd179620cbf0" providerId="ADAL" clId="{628EF733-B43B-4BF8-B2D9-BD0E4B66D49F}" dt="2026-09-17T03:56:39.188" v="43" actId="478"/>
          <ac:picMkLst>
            <pc:docMk/>
            <pc:sldMk cId="2034897663" sldId="259"/>
            <ac:picMk id="16" creationId="{9B1C1F5F-D3BC-4D75-BF88-7B0B60F133B9}"/>
          </ac:picMkLst>
        </pc:picChg>
      </pc:sldChg>
      <pc:sldChg chg="modTransition">
        <pc:chgData name="Chinnawat Puttasanguanporn" userId="b377813c-202c-4acb-8d62-dd179620cbf0" providerId="ADAL" clId="{628EF733-B43B-4BF8-B2D9-BD0E4B66D49F}" dt="2026-09-17T04:43:46.260" v="115"/>
        <pc:sldMkLst>
          <pc:docMk/>
          <pc:sldMk cId="2351891822" sldId="260"/>
        </pc:sldMkLst>
      </pc:sldChg>
      <pc:sldChg chg="modTransition">
        <pc:chgData name="Chinnawat Puttasanguanporn" userId="b377813c-202c-4acb-8d62-dd179620cbf0" providerId="ADAL" clId="{628EF733-B43B-4BF8-B2D9-BD0E4B66D49F}" dt="2026-09-17T03:43:31.131" v="30"/>
        <pc:sldMkLst>
          <pc:docMk/>
          <pc:sldMk cId="1099182543" sldId="261"/>
        </pc:sldMkLst>
      </pc:sldChg>
      <pc:sldChg chg="modTransition">
        <pc:chgData name="Chinnawat Puttasanguanporn" userId="b377813c-202c-4acb-8d62-dd179620cbf0" providerId="ADAL" clId="{628EF733-B43B-4BF8-B2D9-BD0E4B66D49F}" dt="2026-09-17T03:43:28.931" v="29"/>
        <pc:sldMkLst>
          <pc:docMk/>
          <pc:sldMk cId="1666693003" sldId="262"/>
        </pc:sldMkLst>
      </pc:sldChg>
      <pc:sldChg chg="modSp ord modTransition">
        <pc:chgData name="Chinnawat Puttasanguanporn" userId="b377813c-202c-4acb-8d62-dd179620cbf0" providerId="ADAL" clId="{628EF733-B43B-4BF8-B2D9-BD0E4B66D49F}" dt="2026-09-17T04:44:26.910" v="117"/>
        <pc:sldMkLst>
          <pc:docMk/>
          <pc:sldMk cId="2821657459" sldId="263"/>
        </pc:sldMkLst>
        <pc:picChg chg="mod">
          <ac:chgData name="Chinnawat Puttasanguanporn" userId="b377813c-202c-4acb-8d62-dd179620cbf0" providerId="ADAL" clId="{628EF733-B43B-4BF8-B2D9-BD0E4B66D49F}" dt="2026-09-17T02:42:10.576" v="0" actId="1076"/>
          <ac:picMkLst>
            <pc:docMk/>
            <pc:sldMk cId="2821657459" sldId="263"/>
            <ac:picMk id="5" creationId="{DEECE125-9C74-4347-B42B-CA45A2E93A42}"/>
          </ac:picMkLst>
        </pc:picChg>
      </pc:sldChg>
      <pc:sldChg chg="modTransition">
        <pc:chgData name="Chinnawat Puttasanguanporn" userId="b377813c-202c-4acb-8d62-dd179620cbf0" providerId="ADAL" clId="{628EF733-B43B-4BF8-B2D9-BD0E4B66D49F}" dt="2026-09-17T03:44:39.605" v="31"/>
        <pc:sldMkLst>
          <pc:docMk/>
          <pc:sldMk cId="1374890112" sldId="264"/>
        </pc:sldMkLst>
      </pc:sldChg>
      <pc:sldChg chg="addSp delSp modSp add del">
        <pc:chgData name="Chinnawat Puttasanguanporn" userId="b377813c-202c-4acb-8d62-dd179620cbf0" providerId="ADAL" clId="{628EF733-B43B-4BF8-B2D9-BD0E4B66D49F}" dt="2026-09-23T02:09:49.653" v="210" actId="2696"/>
        <pc:sldMkLst>
          <pc:docMk/>
          <pc:sldMk cId="1957755394" sldId="265"/>
        </pc:sldMkLst>
        <pc:spChg chg="del">
          <ac:chgData name="Chinnawat Puttasanguanporn" userId="b377813c-202c-4acb-8d62-dd179620cbf0" providerId="ADAL" clId="{628EF733-B43B-4BF8-B2D9-BD0E4B66D49F}" dt="2026-09-23T02:08:27.964" v="180" actId="478"/>
          <ac:spMkLst>
            <pc:docMk/>
            <pc:sldMk cId="1957755394" sldId="265"/>
            <ac:spMk id="2" creationId="{D0C5D5B8-454C-4623-86A5-7FDC1D87BD0D}"/>
          </ac:spMkLst>
        </pc:spChg>
        <pc:spChg chg="del">
          <ac:chgData name="Chinnawat Puttasanguanporn" userId="b377813c-202c-4acb-8d62-dd179620cbf0" providerId="ADAL" clId="{628EF733-B43B-4BF8-B2D9-BD0E4B66D49F}" dt="2026-09-23T02:08:27.964" v="180" actId="478"/>
          <ac:spMkLst>
            <pc:docMk/>
            <pc:sldMk cId="1957755394" sldId="265"/>
            <ac:spMk id="3" creationId="{BE3F9D1F-2527-4CD2-B4AE-3731A2AD5AD2}"/>
          </ac:spMkLst>
        </pc:spChg>
        <pc:spChg chg="add mod">
          <ac:chgData name="Chinnawat Puttasanguanporn" userId="b377813c-202c-4acb-8d62-dd179620cbf0" providerId="ADAL" clId="{628EF733-B43B-4BF8-B2D9-BD0E4B66D49F}" dt="2026-09-23T02:08:42.219" v="184" actId="164"/>
          <ac:spMkLst>
            <pc:docMk/>
            <pc:sldMk cId="1957755394" sldId="265"/>
            <ac:spMk id="5" creationId="{D2BE67C3-9F8B-4046-AAC5-FFD2A3415B5B}"/>
          </ac:spMkLst>
        </pc:spChg>
        <pc:spChg chg="add del mod">
          <ac:chgData name="Chinnawat Puttasanguanporn" userId="b377813c-202c-4acb-8d62-dd179620cbf0" providerId="ADAL" clId="{628EF733-B43B-4BF8-B2D9-BD0E4B66D49F}" dt="2026-09-23T02:08:41.066" v="183" actId="478"/>
          <ac:spMkLst>
            <pc:docMk/>
            <pc:sldMk cId="1957755394" sldId="265"/>
            <ac:spMk id="6" creationId="{BD9685A9-80EE-4093-B345-612554048AC0}"/>
          </ac:spMkLst>
        </pc:spChg>
        <pc:spChg chg="add mod">
          <ac:chgData name="Chinnawat Puttasanguanporn" userId="b377813c-202c-4acb-8d62-dd179620cbf0" providerId="ADAL" clId="{628EF733-B43B-4BF8-B2D9-BD0E4B66D49F}" dt="2026-09-23T02:09:18.154" v="191" actId="1076"/>
          <ac:spMkLst>
            <pc:docMk/>
            <pc:sldMk cId="1957755394" sldId="265"/>
            <ac:spMk id="11" creationId="{90A1432F-93C6-4C0A-8016-B7A8B73CCCAE}"/>
          </ac:spMkLst>
        </pc:spChg>
        <pc:spChg chg="add mod">
          <ac:chgData name="Chinnawat Puttasanguanporn" userId="b377813c-202c-4acb-8d62-dd179620cbf0" providerId="ADAL" clId="{628EF733-B43B-4BF8-B2D9-BD0E4B66D49F}" dt="2026-09-23T02:09:04.576" v="189" actId="164"/>
          <ac:spMkLst>
            <pc:docMk/>
            <pc:sldMk cId="1957755394" sldId="265"/>
            <ac:spMk id="12" creationId="{02AE2EEB-4CA5-4E69-8430-94568A43BB6F}"/>
          </ac:spMkLst>
        </pc:spChg>
        <pc:spChg chg="add mod">
          <ac:chgData name="Chinnawat Puttasanguanporn" userId="b377813c-202c-4acb-8d62-dd179620cbf0" providerId="ADAL" clId="{628EF733-B43B-4BF8-B2D9-BD0E4B66D49F}" dt="2026-09-23T02:09:04.576" v="189" actId="164"/>
          <ac:spMkLst>
            <pc:docMk/>
            <pc:sldMk cId="1957755394" sldId="265"/>
            <ac:spMk id="13" creationId="{99DB72F2-D72C-4184-84D4-49019B84C8E0}"/>
          </ac:spMkLst>
        </pc:spChg>
        <pc:spChg chg="add mod">
          <ac:chgData name="Chinnawat Puttasanguanporn" userId="b377813c-202c-4acb-8d62-dd179620cbf0" providerId="ADAL" clId="{628EF733-B43B-4BF8-B2D9-BD0E4B66D49F}" dt="2026-09-23T02:09:04.576" v="189" actId="164"/>
          <ac:spMkLst>
            <pc:docMk/>
            <pc:sldMk cId="1957755394" sldId="265"/>
            <ac:spMk id="14" creationId="{371009E5-1A95-4C2D-A9B5-EB629898D9E4}"/>
          </ac:spMkLst>
        </pc:spChg>
        <pc:spChg chg="add mod">
          <ac:chgData name="Chinnawat Puttasanguanporn" userId="b377813c-202c-4acb-8d62-dd179620cbf0" providerId="ADAL" clId="{628EF733-B43B-4BF8-B2D9-BD0E4B66D49F}" dt="2026-09-23T02:09:25.877" v="192" actId="14100"/>
          <ac:spMkLst>
            <pc:docMk/>
            <pc:sldMk cId="1957755394" sldId="265"/>
            <ac:spMk id="16" creationId="{F8238098-B2FD-4AA8-BFFF-33BA28EE2C63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18" creationId="{B8DEAF07-51DF-4714-AA96-90E1E8DA76B7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0" creationId="{320687BB-3938-4771-8D5A-81AFA8DF0FD2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1" creationId="{A4523A33-3F64-4D9A-845D-CB617CCFA315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2" creationId="{27924CC8-6F1B-452C-8D81-1A1CD4F4D1B9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4" creationId="{A4121A06-66B2-4CCE-AF05-19C65D998DD4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5" creationId="{E915FF95-9D3D-45A3-8544-3668221D7DD1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6" creationId="{1BA7D06C-4064-410C-8C37-C4C85902FD66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7" creationId="{91878067-60DD-4D6E-B675-F2C2EB7B2614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8" creationId="{E581F1FA-9D6B-4BF1-9984-6EEA80B52636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29" creationId="{C569065C-6938-4F20-9282-4E672F2EB48B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30" creationId="{E0A5651E-DE15-42CF-99AB-431CE4C62EE8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31" creationId="{39CFB761-4986-493C-A6AB-1643683C102E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32" creationId="{BD6D748C-5177-4941-B3CC-A983D1F91B59}"/>
          </ac:spMkLst>
        </pc:spChg>
        <pc:spChg chg="add del">
          <ac:chgData name="Chinnawat Puttasanguanporn" userId="b377813c-202c-4acb-8d62-dd179620cbf0" providerId="ADAL" clId="{628EF733-B43B-4BF8-B2D9-BD0E4B66D49F}" dt="2026-09-23T02:09:43.801" v="209"/>
          <ac:spMkLst>
            <pc:docMk/>
            <pc:sldMk cId="1957755394" sldId="265"/>
            <ac:spMk id="33" creationId="{C5A5805A-DF8A-46D7-B3D4-3DE04B9F7AEA}"/>
          </ac:spMkLst>
        </pc:spChg>
        <pc:grpChg chg="add mod">
          <ac:chgData name="Chinnawat Puttasanguanporn" userId="b377813c-202c-4acb-8d62-dd179620cbf0" providerId="ADAL" clId="{628EF733-B43B-4BF8-B2D9-BD0E4B66D49F}" dt="2026-09-23T02:08:52.277" v="187" actId="14100"/>
          <ac:grpSpMkLst>
            <pc:docMk/>
            <pc:sldMk cId="1957755394" sldId="265"/>
            <ac:grpSpMk id="7" creationId="{ED24F204-5633-45B6-9B18-6BECE0380FDB}"/>
          </ac:grpSpMkLst>
        </pc:grpChg>
        <pc:grpChg chg="add mod">
          <ac:chgData name="Chinnawat Puttasanguanporn" userId="b377813c-202c-4acb-8d62-dd179620cbf0" providerId="ADAL" clId="{628EF733-B43B-4BF8-B2D9-BD0E4B66D49F}" dt="2026-09-23T02:09:10.891" v="190" actId="14100"/>
          <ac:grpSpMkLst>
            <pc:docMk/>
            <pc:sldMk cId="1957755394" sldId="265"/>
            <ac:grpSpMk id="17" creationId="{4A14D372-4F03-44AB-AE8B-2D3F9255045E}"/>
          </ac:grpSpMkLst>
        </pc:grpChg>
        <pc:picChg chg="add mod">
          <ac:chgData name="Chinnawat Puttasanguanporn" userId="b377813c-202c-4acb-8d62-dd179620cbf0" providerId="ADAL" clId="{628EF733-B43B-4BF8-B2D9-BD0E4B66D49F}" dt="2026-09-23T02:08:42.219" v="184" actId="164"/>
          <ac:picMkLst>
            <pc:docMk/>
            <pc:sldMk cId="1957755394" sldId="265"/>
            <ac:picMk id="4" creationId="{BD6282F3-9A7D-4103-B476-5DC5BBF11C58}"/>
          </ac:picMkLst>
        </pc:picChg>
        <pc:picChg chg="add mod">
          <ac:chgData name="Chinnawat Puttasanguanporn" userId="b377813c-202c-4acb-8d62-dd179620cbf0" providerId="ADAL" clId="{628EF733-B43B-4BF8-B2D9-BD0E4B66D49F}" dt="2026-09-23T02:09:04.576" v="189" actId="164"/>
          <ac:picMkLst>
            <pc:docMk/>
            <pc:sldMk cId="1957755394" sldId="265"/>
            <ac:picMk id="8" creationId="{9A72DEB8-67C6-4C8F-99AE-0B983F084EB9}"/>
          </ac:picMkLst>
        </pc:picChg>
        <pc:picChg chg="add mod">
          <ac:chgData name="Chinnawat Puttasanguanporn" userId="b377813c-202c-4acb-8d62-dd179620cbf0" providerId="ADAL" clId="{628EF733-B43B-4BF8-B2D9-BD0E4B66D49F}" dt="2026-09-23T02:09:04.576" v="189" actId="164"/>
          <ac:picMkLst>
            <pc:docMk/>
            <pc:sldMk cId="1957755394" sldId="265"/>
            <ac:picMk id="9" creationId="{EF28E65B-5741-44EF-AD16-30808ED3BE6B}"/>
          </ac:picMkLst>
        </pc:picChg>
        <pc:picChg chg="add mod">
          <ac:chgData name="Chinnawat Puttasanguanporn" userId="b377813c-202c-4acb-8d62-dd179620cbf0" providerId="ADAL" clId="{628EF733-B43B-4BF8-B2D9-BD0E4B66D49F}" dt="2026-09-23T02:09:04.576" v="189" actId="164"/>
          <ac:picMkLst>
            <pc:docMk/>
            <pc:sldMk cId="1957755394" sldId="265"/>
            <ac:picMk id="10" creationId="{DF16EAEF-B144-4181-8216-F7F60564D9E5}"/>
          </ac:picMkLst>
        </pc:picChg>
        <pc:picChg chg="add mod">
          <ac:chgData name="Chinnawat Puttasanguanporn" userId="b377813c-202c-4acb-8d62-dd179620cbf0" providerId="ADAL" clId="{628EF733-B43B-4BF8-B2D9-BD0E4B66D49F}" dt="2026-09-23T02:09:32.762" v="207" actId="1038"/>
          <ac:picMkLst>
            <pc:docMk/>
            <pc:sldMk cId="1957755394" sldId="265"/>
            <ac:picMk id="15" creationId="{3B2D46CF-94B9-4213-A2A0-5799DD7235E6}"/>
          </ac:picMkLst>
        </pc:picChg>
        <pc:picChg chg="add del">
          <ac:chgData name="Chinnawat Puttasanguanporn" userId="b377813c-202c-4acb-8d62-dd179620cbf0" providerId="ADAL" clId="{628EF733-B43B-4BF8-B2D9-BD0E4B66D49F}" dt="2026-09-23T02:09:43.801" v="209"/>
          <ac:picMkLst>
            <pc:docMk/>
            <pc:sldMk cId="1957755394" sldId="265"/>
            <ac:picMk id="19" creationId="{06A7BD09-26A0-49F4-8366-3C7063387D86}"/>
          </ac:picMkLst>
        </pc:picChg>
        <pc:picChg chg="add del">
          <ac:chgData name="Chinnawat Puttasanguanporn" userId="b377813c-202c-4acb-8d62-dd179620cbf0" providerId="ADAL" clId="{628EF733-B43B-4BF8-B2D9-BD0E4B66D49F}" dt="2026-09-23T02:09:43.801" v="209"/>
          <ac:picMkLst>
            <pc:docMk/>
            <pc:sldMk cId="1957755394" sldId="265"/>
            <ac:picMk id="23" creationId="{A4C4E8BC-DA88-4E91-BAD5-E2A70951395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DDE5-55A5-4DF1-AA27-6E64F6F61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F4C99-C596-4CAB-993B-C8989374F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4203A-ACBF-4D55-B4C3-9CAE148CF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F22B-4B49-44C5-9D15-7B993695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D9CEE-3609-4C7F-A7E3-1824DED6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EEBD1-4ECD-403A-90EE-D6147D5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2B1E4-4FA5-40DE-9795-63549BEE4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53A21-A32C-4189-B6D0-5EE2274B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B4C42-4B56-43FC-A8B0-FC9550140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C22A2-172D-4D05-8BDC-C1F1490D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9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E8B2-62A3-4A51-AEDD-FD61C6A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B45B-70A4-4DDE-AC2A-A182D6AF1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AE900-CD43-46CD-AA7E-1C62C398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B70C4-071F-4C02-B0E6-CB5E2495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FA5A3-AE36-4910-9740-4B39A1CC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2755-4F12-4F85-B37E-192B620D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73D0-E4A1-4499-A751-3AD7764FD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FDC10-86F4-42E4-BAD4-582FFB829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C52BC-E08B-44AD-9EA6-E129CC49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35041-71EE-4676-94DB-C97FD0A1E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75D7C-D8B2-48F4-889D-31B1BB7B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3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6156-4E96-4CCE-AD52-31CE217D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20DEB-A518-4D1E-8EB8-9F6152416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AC4D6-F184-427D-8491-587B74961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384B6A-2026-4249-AA38-F2D2A482E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210C6-D53E-409B-81FB-9B61E866E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FDF1A-5F36-4560-AF01-A3E67B69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FB0884-A1F5-4389-A5C7-B26D1F99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9A63-A3C0-48EA-B642-3AD44345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51B9-DC8B-4ED2-8535-F815399F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3DB8C0-EBAF-4B14-98E7-E3BAD147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42FE-7D7A-43A5-856F-5A727FAF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01502-DA5D-4B53-AFEE-4A893EDD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7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3A00E-BBBE-4168-AE5C-54BEF9E6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352CD-F13E-46CC-9C7A-6A4B4376D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75D2B-7DBC-4165-B781-13516C1D0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6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3659-42F9-4829-A1C1-FD970765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340F9-FBE4-4BDD-B0B3-DD914C544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834C7-CACD-4161-9F50-6A25A1863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DF254-B116-4AA2-A942-21D5671D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CA91D-C1B5-4955-AB2E-5E0523DE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EBB50-DB76-497D-90C0-605E60C8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6DBE-1B1D-480E-A5CB-69DA3971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B182E-58CC-4581-B875-2A8A45D4F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896F8-7233-4C0B-8375-A655086DB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B1120-7546-4B7C-8629-5D7559B9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8B150-FEB5-4658-8DD1-A887A494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05DB7-D3E6-4492-9181-7113BDB3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8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65BF-64A0-40C0-88E1-A0BF70D7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F8566-8BBE-4319-B382-B6F3D0964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97C40-876B-44B8-A958-2E5145C6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934DF-D8AD-452B-B329-12AA3344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40B85-88AC-4756-9B57-BDD3C490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1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54A54-B1FB-480F-ADEA-9C51E555E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E8F17-FAC8-4851-ACF1-2D9B5D903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BDCB8-7B93-4A90-B5F2-8D1DD6AA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20E05-6892-40F9-8B3E-31C85025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1555-E012-4852-93DF-8A7A0A21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5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E7E17-6189-4CF8-AC50-7E657F57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1904-D6FE-4DB8-A74E-140BD5F3F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A62C4-0B36-40E7-A877-E50D6CD45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46A37-5C4B-4226-BD48-686B7DAC25E7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E4443-647E-4D12-9B82-A63E373E7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4195D-4A05-4011-A03F-D598ADA75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92E69-65A7-4F99-8CC3-67A225B43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4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0AB9F4-0C84-4BB6-A0C6-A165F2C45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311" y="671680"/>
            <a:ext cx="9621378" cy="61863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E31FB3-A80B-4866-A4C9-5A1A99AC915C}"/>
              </a:ext>
            </a:extLst>
          </p:cNvPr>
          <p:cNvSpPr/>
          <p:nvPr/>
        </p:nvSpPr>
        <p:spPr>
          <a:xfrm>
            <a:off x="5276850" y="3228975"/>
            <a:ext cx="1619250" cy="666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4DCCFA-417E-4396-9447-B13A0869AFD1}"/>
              </a:ext>
            </a:extLst>
          </p:cNvPr>
          <p:cNvSpPr txBox="1"/>
          <p:nvPr/>
        </p:nvSpPr>
        <p:spPr>
          <a:xfrm>
            <a:off x="4400247" y="82034"/>
            <a:ext cx="3391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Cooking DP calculation Dashboard</a:t>
            </a:r>
          </a:p>
        </p:txBody>
      </p:sp>
    </p:spTree>
    <p:extLst>
      <p:ext uri="{BB962C8B-B14F-4D97-AF65-F5344CB8AC3E}">
        <p14:creationId xmlns:p14="http://schemas.microsoft.com/office/powerpoint/2010/main" val="178567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F0792B-4380-4A95-8465-91F7E4594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704" y="828663"/>
            <a:ext cx="5561556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7FA6C5-E86C-4958-A905-77A99C50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97819"/>
            <a:ext cx="5561556" cy="2743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7C3BB0-13F3-47B3-9138-3359FB147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8663"/>
            <a:ext cx="5561556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04AFBC-D913-4D46-ACB6-77F493DE6C1C}"/>
              </a:ext>
            </a:extLst>
          </p:cNvPr>
          <p:cNvSpPr txBox="1"/>
          <p:nvPr/>
        </p:nvSpPr>
        <p:spPr>
          <a:xfrm>
            <a:off x="3153733" y="333375"/>
            <a:ext cx="5691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Press 1 Quality Probability Density Bell Curves (KDE Plots)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4D87E-AD12-419A-92DB-ADE8F3DEED6F}"/>
              </a:ext>
            </a:extLst>
          </p:cNvPr>
          <p:cNvSpPr txBox="1"/>
          <p:nvPr/>
        </p:nvSpPr>
        <p:spPr>
          <a:xfrm>
            <a:off x="4847314" y="1510724"/>
            <a:ext cx="782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Kappa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7BE6F-553E-4BF5-A4DC-880494DE8E70}"/>
              </a:ext>
            </a:extLst>
          </p:cNvPr>
          <p:cNvSpPr txBox="1"/>
          <p:nvPr/>
        </p:nvSpPr>
        <p:spPr>
          <a:xfrm>
            <a:off x="10256140" y="1525548"/>
            <a:ext cx="102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Viscosity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98B8A-2E0E-4DAF-9ECD-D20775B1E921}"/>
              </a:ext>
            </a:extLst>
          </p:cNvPr>
          <p:cNvSpPr txBox="1"/>
          <p:nvPr/>
        </p:nvSpPr>
        <p:spPr>
          <a:xfrm>
            <a:off x="4646523" y="4318021"/>
            <a:ext cx="118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Brightness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362BCF-B624-4BDA-9D77-25089D101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346" y="4187827"/>
            <a:ext cx="1567654" cy="19246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197419-EF29-4904-AD17-820FB0CCBBC5}"/>
              </a:ext>
            </a:extLst>
          </p:cNvPr>
          <p:cNvSpPr txBox="1"/>
          <p:nvPr/>
        </p:nvSpPr>
        <p:spPr>
          <a:xfrm>
            <a:off x="6478030" y="6112472"/>
            <a:ext cx="3147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Period time: 01/08/2026 - Now</a:t>
            </a:r>
          </a:p>
        </p:txBody>
      </p:sp>
    </p:spTree>
    <p:extLst>
      <p:ext uri="{BB962C8B-B14F-4D97-AF65-F5344CB8AC3E}">
        <p14:creationId xmlns:p14="http://schemas.microsoft.com/office/powerpoint/2010/main" val="367424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CA9926-57D8-40D7-9C03-2E9491A49164}"/>
              </a:ext>
            </a:extLst>
          </p:cNvPr>
          <p:cNvSpPr txBox="1"/>
          <p:nvPr/>
        </p:nvSpPr>
        <p:spPr>
          <a:xfrm>
            <a:off x="3877283" y="110066"/>
            <a:ext cx="443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Variation of Quality &amp; Variation of Parameter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C4876C-00FB-4F7C-A7A0-68D9CC5F0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092" y="855134"/>
            <a:ext cx="4276108" cy="5701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21D1DB-914C-4EF8-A8A2-484D78960F96}"/>
              </a:ext>
            </a:extLst>
          </p:cNvPr>
          <p:cNvSpPr txBox="1"/>
          <p:nvPr/>
        </p:nvSpPr>
        <p:spPr>
          <a:xfrm>
            <a:off x="2098777" y="486734"/>
            <a:ext cx="264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out of Quality at Press1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57347-A66D-461E-ACDB-CA221040C32E}"/>
              </a:ext>
            </a:extLst>
          </p:cNvPr>
          <p:cNvSpPr txBox="1"/>
          <p:nvPr/>
        </p:nvSpPr>
        <p:spPr>
          <a:xfrm>
            <a:off x="8666914" y="486734"/>
            <a:ext cx="1807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out Parameter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EBA65-7DEB-4C11-A849-2FA224F4193B}"/>
              </a:ext>
            </a:extLst>
          </p:cNvPr>
          <p:cNvSpPr/>
          <p:nvPr/>
        </p:nvSpPr>
        <p:spPr>
          <a:xfrm>
            <a:off x="5506735" y="479398"/>
            <a:ext cx="11785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 dirty="0">
                <a:latin typeface="roboto"/>
              </a:rPr>
              <a:t>95th percentile</a:t>
            </a:r>
            <a:endParaRPr lang="en-US" sz="105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7F8683-0396-4C10-9FB7-CDA078D6D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968500"/>
            <a:ext cx="5327702" cy="2743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99DE74-C107-4D36-9202-E6E556288B40}"/>
              </a:ext>
            </a:extLst>
          </p:cNvPr>
          <p:cNvSpPr txBox="1"/>
          <p:nvPr/>
        </p:nvSpPr>
        <p:spPr>
          <a:xfrm>
            <a:off x="2269066" y="3373146"/>
            <a:ext cx="43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2BD1A6-EC1E-4BA1-8885-B55645CBB167}"/>
              </a:ext>
            </a:extLst>
          </p:cNvPr>
          <p:cNvSpPr txBox="1"/>
          <p:nvPr/>
        </p:nvSpPr>
        <p:spPr>
          <a:xfrm>
            <a:off x="4830978" y="3385845"/>
            <a:ext cx="43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7BDEB9-D3F9-468D-AFEC-85CA7EBE0EFB}"/>
              </a:ext>
            </a:extLst>
          </p:cNvPr>
          <p:cNvSpPr/>
          <p:nvPr/>
        </p:nvSpPr>
        <p:spPr>
          <a:xfrm>
            <a:off x="3298852" y="3451929"/>
            <a:ext cx="905932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2686FE-5464-4704-8DCA-C49267806DE4}"/>
              </a:ext>
            </a:extLst>
          </p:cNvPr>
          <p:cNvSpPr txBox="1"/>
          <p:nvPr/>
        </p:nvSpPr>
        <p:spPr>
          <a:xfrm>
            <a:off x="3115733" y="3385845"/>
            <a:ext cx="43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435EDD-84BC-4383-91F3-7B321973A90C}"/>
              </a:ext>
            </a:extLst>
          </p:cNvPr>
          <p:cNvSpPr txBox="1"/>
          <p:nvPr/>
        </p:nvSpPr>
        <p:spPr>
          <a:xfrm>
            <a:off x="3988884" y="3373144"/>
            <a:ext cx="43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63E8DB-1F7B-4CD1-9B17-D1D99DEC8CDF}"/>
              </a:ext>
            </a:extLst>
          </p:cNvPr>
          <p:cNvSpPr txBox="1"/>
          <p:nvPr/>
        </p:nvSpPr>
        <p:spPr>
          <a:xfrm>
            <a:off x="8624579" y="6345865"/>
            <a:ext cx="43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215B9A-C7CC-473F-8D37-A1E5F7A5AEBD}"/>
              </a:ext>
            </a:extLst>
          </p:cNvPr>
          <p:cNvSpPr txBox="1"/>
          <p:nvPr/>
        </p:nvSpPr>
        <p:spPr>
          <a:xfrm>
            <a:off x="10320482" y="6345865"/>
            <a:ext cx="43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312389-B739-47B3-A592-E65B59D80E9E}"/>
              </a:ext>
            </a:extLst>
          </p:cNvPr>
          <p:cNvSpPr/>
          <p:nvPr/>
        </p:nvSpPr>
        <p:spPr>
          <a:xfrm>
            <a:off x="9240598" y="6345865"/>
            <a:ext cx="905932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EE53E8-B4A3-4FBA-9032-1A433AE70965}"/>
              </a:ext>
            </a:extLst>
          </p:cNvPr>
          <p:cNvSpPr txBox="1"/>
          <p:nvPr/>
        </p:nvSpPr>
        <p:spPr>
          <a:xfrm>
            <a:off x="9189880" y="6357630"/>
            <a:ext cx="43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783BF6-0AB1-4F34-8ADA-8F47A2763D51}"/>
              </a:ext>
            </a:extLst>
          </p:cNvPr>
          <p:cNvSpPr txBox="1"/>
          <p:nvPr/>
        </p:nvSpPr>
        <p:spPr>
          <a:xfrm>
            <a:off x="9755181" y="6345865"/>
            <a:ext cx="43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D3</a:t>
            </a:r>
          </a:p>
        </p:txBody>
      </p:sp>
    </p:spTree>
    <p:extLst>
      <p:ext uri="{BB962C8B-B14F-4D97-AF65-F5344CB8AC3E}">
        <p14:creationId xmlns:p14="http://schemas.microsoft.com/office/powerpoint/2010/main" val="203489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6160FC-77D5-436D-8B8B-1632AFC80205}"/>
              </a:ext>
            </a:extLst>
          </p:cNvPr>
          <p:cNvSpPr txBox="1"/>
          <p:nvPr/>
        </p:nvSpPr>
        <p:spPr>
          <a:xfrm>
            <a:off x="1921299" y="63946"/>
            <a:ext cx="834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Heatmap correlation between Process parameter of Digester &amp; Lab Quality at Press1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224A7B-6916-47A3-A505-9BAABEDFB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354" y="648330"/>
            <a:ext cx="7793292" cy="586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6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829F8F-4238-41D3-8985-5BAFAD045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9" y="104236"/>
            <a:ext cx="5392455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ECE125-9C74-4347-B42B-CA45A2E9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4236"/>
            <a:ext cx="5392455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D09084-FFE0-421D-856F-093F460A7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9" y="3429000"/>
            <a:ext cx="539245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5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F5B7CF-F9EA-438C-8752-A40A032E9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31" y="59268"/>
            <a:ext cx="3657600" cy="5835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565350-96FC-4CEF-AF8E-9F82357F3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59268"/>
            <a:ext cx="3657600" cy="58358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2408DC-5900-40F0-B98B-04BE96C87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069" y="59268"/>
            <a:ext cx="3657600" cy="583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8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0B7CE1-C79D-40DC-A986-93E90D99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26" y="0"/>
            <a:ext cx="4298262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1BCBD4-A455-4627-AE8C-2B0CF8122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869" y="0"/>
            <a:ext cx="429826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D15054-F299-4791-96B1-388EB25A1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131" y="0"/>
            <a:ext cx="4298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93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79465-B49A-4DF8-9889-85F94424F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90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A5A34B-C1E9-443C-B335-DA0CCA7D6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5" y="621845"/>
            <a:ext cx="10936251" cy="500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9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06C70028B45B4DAC5086CC5446A659" ma:contentTypeVersion="9" ma:contentTypeDescription="Create a new document." ma:contentTypeScope="" ma:versionID="6de4afa4246468dca7be1140f875af38">
  <xsd:schema xmlns:xsd="http://www.w3.org/2001/XMLSchema" xmlns:xs="http://www.w3.org/2001/XMLSchema" xmlns:p="http://schemas.microsoft.com/office/2006/metadata/properties" xmlns:ns3="b94cf041-aaab-412a-bb96-31cfaaf052bf" targetNamespace="http://schemas.microsoft.com/office/2006/metadata/properties" ma:root="true" ma:fieldsID="c693d2305955822813527bf5bf3b038d" ns3:_="">
    <xsd:import namespace="b94cf041-aaab-412a-bb96-31cfaaf052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4cf041-aaab-412a-bb96-31cfaaf052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4cf041-aaab-412a-bb96-31cfaaf052bf" xsi:nil="true"/>
  </documentManagement>
</p:properties>
</file>

<file path=customXml/itemProps1.xml><?xml version="1.0" encoding="utf-8"?>
<ds:datastoreItem xmlns:ds="http://schemas.openxmlformats.org/officeDocument/2006/customXml" ds:itemID="{B1EE9535-DBDF-4FB2-97C4-AA84B397F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4cf041-aaab-412a-bb96-31cfaaf052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3A3440-159B-4D34-8694-6AC668F182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138F36-30D0-476C-A944-3039E3411058}">
  <ds:schemaRefs>
    <ds:schemaRef ds:uri="b94cf041-aaab-412a-bb96-31cfaaf052bf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62</Words>
  <Application>Microsoft Office PowerPoint</Application>
  <PresentationFormat>Widescreen</PresentationFormat>
  <Paragraphs>19</Paragraphs>
  <Slides>9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Chinnawat Puttasanguanporn</dc:creator>
  <cp:lastModifiedBy>Chinnawat Puttasanguanporn</cp:lastModifiedBy>
  <cp:revision>20</cp:revision>
  <dcterms:created xsi:type="dcterms:W3CDTF">2026-09-16T06:28:02Z</dcterms:created>
  <dcterms:modified xsi:type="dcterms:W3CDTF">2026-09-23T05:04:21Z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0x010100DE06C70028B45B4DAC5086CC5446A659</vt:lpwstr>
  </property>
</Properties>
</file>