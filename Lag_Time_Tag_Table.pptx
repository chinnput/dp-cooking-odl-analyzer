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Lag Time Calculation – Press 1 PI Tags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574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34440"/>
                <a:gridCol w="4480560"/>
                <a:gridCol w="30906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Tag Name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Formula / Expression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Description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B1_Wait_Timestamp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Timestamp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บันทึกเวลาที่ B1_Current_Sequence ข้อความ: WAIT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เวลาที่ระบายเสร็จจนถึงสถานะรอ (T_W)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B1_Discharge_Timeduration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 (minute)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B1_Wait_Timestamp − B1_Discharge_Timestamp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ระยะเวลาที่เยื่อเริ่มระบาย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Time_Duration_Batch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 (minute)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 (Tank Level Press1 (%) / 100) × Capacity Tank1 (m³) ] ÷ Discharge Flow Press1 (m³/hr) × 60 (min/hr)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เวลาที่ถังระบายจนหมด (τ_tank) (นาที)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B1Discharge_FinalTimestamp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 (minute)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B1_Discharge_Timestamp + B1_Discharge_Timeduration + Time_Duration_Batch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เวลาที่เยื่อของ batch ออกจากถังหมด (T_F)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B2_Discharge_FinalTime_Status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Status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–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Identify the status batch class after the Discharge Tank (FIFO)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LC Chest Retention Time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 (minute)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[ 125 (m³) ÷ LC Chest Outlet Flow (m³/hr) ] × 60 (min/hr)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Lag time from Discharge Tank to Press 1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Capacity of LC tank = 125 m³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LC_Chest_RetentionTime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Timestamp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Current Time − (LC Chest Retention Time × 60) + (5 × 60)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Timestamp ที่หัก LC Chest Retention Time และเวลาเดินในท่อ 5 นาที เพื่อย้อนไปดู status ของ batch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B1_DischargeStatus_FinalTime_Press1_Status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Status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FirstValue(InterpolatedValues('B1_DischargeStatus_FinalTime_Status_Rev', LC_Chest_RetentionTime, LC_Chest_RetentionTime, '-1m'))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ย้อนเวลาไปที่ LC_Chest_RetentionTime เพื่อไปเอาค่าของ B1_DischargeStatus_FinalTime_Status_Rev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2026-09-23T09:35:25Z</dcterms:created>
  <dcterms:modified xsi:type="dcterms:W3CDTF">2026-09-23T09:35:25Z</dcterms:modified>
</cp:coreProperties>
</file>